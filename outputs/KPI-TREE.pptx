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2BBF61-ACD1-4207-B915-FB041F7FFB01}" v="16" dt="2026-06-24T09:46:27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53B52-8671-9D9B-F631-FB15F05EF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0BAF3-67DD-8804-057B-1BF27218A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607E5-D6A0-1E26-F1CE-466F3B620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6E249-98AD-C52E-5462-2CBF3983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2963C-6385-6768-6146-D32F7B42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559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DFEFB-3A00-22FC-A382-2F30318E5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8CB52-8F42-A2EF-E44D-5C33ED4C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E98FC-6BDA-D24F-17F4-973061BA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D1F9A-0C28-BDCC-5519-518AFCDAF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7885D-324C-F73D-88AA-C7F6A7917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029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FAD9-7AA2-085A-22FD-3E63257F6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1A521-B088-C950-8C8B-58B380A10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120A9-4F62-B46E-20A6-3526F4917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9059-684B-7B91-C236-E390C387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C7B69-4B4F-E51A-A3AB-63F9A1477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9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A91B-09A2-85F7-1ECA-665BF8C21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9673F-621D-BC61-64B1-3E3DDFEE0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DD50F-C1A2-BD3F-0383-118928553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8F854-1176-4BC9-125C-C8E5AD49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C9200-7F15-A219-3364-32C173E2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CB227-E782-CFEF-AE0B-C425571D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359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BBF3-692D-92DA-4EB7-CBE5003B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59CE7-CC1D-D8B9-1F8C-7F8FAB10B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9A7C6-6C72-5D7E-3271-119E7F3ED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C5568-13C6-1920-F53C-F72E8E561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0F238A-670E-EE7B-209D-49369315B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089B1-E955-BD45-B4F5-D2020771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547CBC-4442-CAD9-1C99-6A90115AB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4668BE-66AC-D4A0-F191-2C2BC6E5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13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54D47-B1BA-2FF0-60C3-1807AD166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E9151B-9156-C627-2C84-373241C0C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2CB13-4E4B-554E-DB3C-101948E2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7C114-DB2C-B640-F0BE-F62F366B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08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2F808-AB3A-89EC-E02C-C291B029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997C60-A9C5-092F-C4DD-42B84FD1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EFEA4-59B4-ECD9-9EA9-8A6019C5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29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A258-401C-BB14-C9E2-252A76B5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4E187-0ED6-ECF8-246A-6DE4838FC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03863-D3F8-E908-23C1-C53B0A560E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C57C5-C1BE-6AB4-23AD-E387250D5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ABF17-F246-E07D-B3ED-F0D41F86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60AD9-096A-EBEF-078A-EA5A8B318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27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65D0-F2BA-DD62-9E68-71E2337A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F17E6C-9FC4-C748-9F00-4EB7F85C1C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42543-20D1-B047-9F14-31F4A541A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760C3-640B-9F9A-2F15-6DB26C42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9675E-ED15-946C-CDB0-5617BA17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67C77-7987-B62E-1533-657D16FB0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399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74C99-91A0-D5C9-063B-783750ED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24C2C-BA39-C2D1-7F94-55B32EB58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79D4B-0198-6DC1-EB04-91F131F7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0142B-EBF7-F1F9-70CE-BF9BE082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BEA89-8BF7-7347-04C9-6F99ECD3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8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CA6D05-9048-A8D4-847E-6723E9FDFE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55274-D8C2-B6E2-3AD4-8ED71290E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24726-F2F6-CD35-6DE6-2F18ED46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DEFF3F-8294-67C2-8069-0B644FAB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5D732-D1F9-8201-9FF6-95786C71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882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24591C-65FB-9CBD-996F-ED2C9892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4F2D3-CEE4-C7A1-73C1-E12F012C1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2A099-C676-6B57-93BB-76F2BF802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18D5F-57FC-4E6F-B01D-C19D6422443A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EC3CA-FA3F-4CCB-3FD2-9D2776C11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88696-EC8D-4D0B-0492-C862EB9EA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78B6F-6B28-4D11-B787-49C413B964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15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68985-A396-A559-E40F-E2162883C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KPI-TREE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CF40F-D212-AFE7-82F3-456FC35E99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2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224246-F5AD-A8C6-8712-2A20AE7C4445}"/>
              </a:ext>
            </a:extLst>
          </p:cNvPr>
          <p:cNvSpPr txBox="1"/>
          <p:nvPr/>
        </p:nvSpPr>
        <p:spPr>
          <a:xfrm>
            <a:off x="4760976" y="496371"/>
            <a:ext cx="352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PAID CONVERSION RATE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E08D9B8-2E38-C98F-D3B5-ED28A4764EDD}"/>
              </a:ext>
            </a:extLst>
          </p:cNvPr>
          <p:cNvCxnSpPr/>
          <p:nvPr/>
        </p:nvCxnSpPr>
        <p:spPr>
          <a:xfrm>
            <a:off x="6016752" y="786384"/>
            <a:ext cx="0" cy="676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5CBE4B-DB28-D31C-6093-B303D394A559}"/>
              </a:ext>
            </a:extLst>
          </p:cNvPr>
          <p:cNvCxnSpPr/>
          <p:nvPr/>
        </p:nvCxnSpPr>
        <p:spPr>
          <a:xfrm>
            <a:off x="2368296" y="1527048"/>
            <a:ext cx="80741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0CC1BD-C75C-A549-DD3D-49DB684AF708}"/>
              </a:ext>
            </a:extLst>
          </p:cNvPr>
          <p:cNvCxnSpPr/>
          <p:nvPr/>
        </p:nvCxnSpPr>
        <p:spPr>
          <a:xfrm>
            <a:off x="2377440" y="1463040"/>
            <a:ext cx="0" cy="859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2325E8-774B-2F57-F300-088D824ED19E}"/>
              </a:ext>
            </a:extLst>
          </p:cNvPr>
          <p:cNvSpPr/>
          <p:nvPr/>
        </p:nvSpPr>
        <p:spPr>
          <a:xfrm>
            <a:off x="1207008" y="2368296"/>
            <a:ext cx="1865376" cy="7498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2BF063-70A4-165A-1B93-2A58056017B7}"/>
              </a:ext>
            </a:extLst>
          </p:cNvPr>
          <p:cNvCxnSpPr/>
          <p:nvPr/>
        </p:nvCxnSpPr>
        <p:spPr>
          <a:xfrm>
            <a:off x="1289304" y="3118104"/>
            <a:ext cx="0" cy="15179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36851B-7FCF-38B0-21EB-5A081298870C}"/>
              </a:ext>
            </a:extLst>
          </p:cNvPr>
          <p:cNvCxnSpPr/>
          <p:nvPr/>
        </p:nvCxnSpPr>
        <p:spPr>
          <a:xfrm>
            <a:off x="1289304" y="3621024"/>
            <a:ext cx="219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7710A3D-7AF3-5C2E-BD44-1567D6E5B5D2}"/>
              </a:ext>
            </a:extLst>
          </p:cNvPr>
          <p:cNvSpPr/>
          <p:nvPr/>
        </p:nvSpPr>
        <p:spPr>
          <a:xfrm>
            <a:off x="1508760" y="3429000"/>
            <a:ext cx="1563622" cy="6035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BC9CCB-94F5-BF21-DD3A-28A94A9AC9B9}"/>
              </a:ext>
            </a:extLst>
          </p:cNvPr>
          <p:cNvCxnSpPr/>
          <p:nvPr/>
        </p:nvCxnSpPr>
        <p:spPr>
          <a:xfrm>
            <a:off x="1289304" y="4636008"/>
            <a:ext cx="2194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FABD704-A05F-4673-4D48-90981F51DE3B}"/>
              </a:ext>
            </a:extLst>
          </p:cNvPr>
          <p:cNvSpPr/>
          <p:nvPr/>
        </p:nvSpPr>
        <p:spPr>
          <a:xfrm>
            <a:off x="1508760" y="4389120"/>
            <a:ext cx="1563622" cy="5120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7A0FDDE-F969-CA31-7E2D-17995C672362}"/>
              </a:ext>
            </a:extLst>
          </p:cNvPr>
          <p:cNvCxnSpPr/>
          <p:nvPr/>
        </p:nvCxnSpPr>
        <p:spPr>
          <a:xfrm>
            <a:off x="3968496" y="1527048"/>
            <a:ext cx="0" cy="795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F7AE85B-C520-1DDD-1BFE-C75C92526A21}"/>
              </a:ext>
            </a:extLst>
          </p:cNvPr>
          <p:cNvSpPr/>
          <p:nvPr/>
        </p:nvSpPr>
        <p:spPr>
          <a:xfrm>
            <a:off x="3557016" y="2368296"/>
            <a:ext cx="1527048" cy="74980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82153B-F82A-5E89-12D4-E213076CA074}"/>
              </a:ext>
            </a:extLst>
          </p:cNvPr>
          <p:cNvCxnSpPr>
            <a:cxnSpLocks/>
          </p:cNvCxnSpPr>
          <p:nvPr/>
        </p:nvCxnSpPr>
        <p:spPr>
          <a:xfrm>
            <a:off x="3557016" y="3044952"/>
            <a:ext cx="0" cy="1591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91F498-EEB4-DA47-5C4F-960BAADFB3BE}"/>
              </a:ext>
            </a:extLst>
          </p:cNvPr>
          <p:cNvCxnSpPr/>
          <p:nvPr/>
        </p:nvCxnSpPr>
        <p:spPr>
          <a:xfrm>
            <a:off x="3557016" y="3621024"/>
            <a:ext cx="2560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A18D797-DC40-935B-89B9-D3F3F57415E9}"/>
              </a:ext>
            </a:extLst>
          </p:cNvPr>
          <p:cNvSpPr/>
          <p:nvPr/>
        </p:nvSpPr>
        <p:spPr>
          <a:xfrm>
            <a:off x="3813048" y="3337560"/>
            <a:ext cx="1271010" cy="6949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ADB36FD-B792-5088-A275-4E7F23480E68}"/>
              </a:ext>
            </a:extLst>
          </p:cNvPr>
          <p:cNvCxnSpPr/>
          <p:nvPr/>
        </p:nvCxnSpPr>
        <p:spPr>
          <a:xfrm>
            <a:off x="3557016" y="4636008"/>
            <a:ext cx="32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36573AC-8675-E21C-1658-9386CFF5BDDE}"/>
              </a:ext>
            </a:extLst>
          </p:cNvPr>
          <p:cNvSpPr/>
          <p:nvPr/>
        </p:nvSpPr>
        <p:spPr>
          <a:xfrm>
            <a:off x="3877056" y="4389120"/>
            <a:ext cx="1207002" cy="6949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B7846A-B869-8AAA-8C71-5FC281F01CA5}"/>
              </a:ext>
            </a:extLst>
          </p:cNvPr>
          <p:cNvCxnSpPr/>
          <p:nvPr/>
        </p:nvCxnSpPr>
        <p:spPr>
          <a:xfrm>
            <a:off x="7031736" y="1527048"/>
            <a:ext cx="0" cy="69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3215C4C-0BD3-9DE9-ABCB-021080E65E3C}"/>
              </a:ext>
            </a:extLst>
          </p:cNvPr>
          <p:cNvSpPr/>
          <p:nvPr/>
        </p:nvSpPr>
        <p:spPr>
          <a:xfrm>
            <a:off x="6327648" y="2249424"/>
            <a:ext cx="1773923" cy="7955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17D3A7E-1011-BAEE-B201-E45E7BB1522D}"/>
              </a:ext>
            </a:extLst>
          </p:cNvPr>
          <p:cNvCxnSpPr>
            <a:cxnSpLocks/>
          </p:cNvCxnSpPr>
          <p:nvPr/>
        </p:nvCxnSpPr>
        <p:spPr>
          <a:xfrm>
            <a:off x="6327648" y="2983920"/>
            <a:ext cx="0" cy="1716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660FE6-CF0F-8A6A-3D1F-5DA5DE3A64A6}"/>
              </a:ext>
            </a:extLst>
          </p:cNvPr>
          <p:cNvCxnSpPr/>
          <p:nvPr/>
        </p:nvCxnSpPr>
        <p:spPr>
          <a:xfrm>
            <a:off x="6327648" y="3621024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599F1C0-63E7-A826-C41E-9EA9ED8971D3}"/>
              </a:ext>
            </a:extLst>
          </p:cNvPr>
          <p:cNvCxnSpPr/>
          <p:nvPr/>
        </p:nvCxnSpPr>
        <p:spPr>
          <a:xfrm>
            <a:off x="6327648" y="4700016"/>
            <a:ext cx="2834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14E30D94-8C44-0A3C-BACA-12ABE1CF81FE}"/>
              </a:ext>
            </a:extLst>
          </p:cNvPr>
          <p:cNvSpPr/>
          <p:nvPr/>
        </p:nvSpPr>
        <p:spPr>
          <a:xfrm>
            <a:off x="6611112" y="3337560"/>
            <a:ext cx="1490454" cy="6126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ABE3A1-C86A-C1E2-0A6E-EDA50C33CAA6}"/>
              </a:ext>
            </a:extLst>
          </p:cNvPr>
          <p:cNvSpPr/>
          <p:nvPr/>
        </p:nvSpPr>
        <p:spPr>
          <a:xfrm>
            <a:off x="6611112" y="4462272"/>
            <a:ext cx="1511802" cy="6126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1AB8AE9-A15B-457E-46F4-5B7295456707}"/>
              </a:ext>
            </a:extLst>
          </p:cNvPr>
          <p:cNvCxnSpPr>
            <a:cxnSpLocks/>
          </p:cNvCxnSpPr>
          <p:nvPr/>
        </p:nvCxnSpPr>
        <p:spPr>
          <a:xfrm>
            <a:off x="10442448" y="1519301"/>
            <a:ext cx="0" cy="730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8A48E2F-F50A-FAC6-747A-B0BA290D725E}"/>
              </a:ext>
            </a:extLst>
          </p:cNvPr>
          <p:cNvSpPr/>
          <p:nvPr/>
        </p:nvSpPr>
        <p:spPr>
          <a:xfrm>
            <a:off x="8942832" y="2221992"/>
            <a:ext cx="1700773" cy="7619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1443480-AF50-AF31-C566-E235F96197DC}"/>
              </a:ext>
            </a:extLst>
          </p:cNvPr>
          <p:cNvCxnSpPr>
            <a:cxnSpLocks/>
          </p:cNvCxnSpPr>
          <p:nvPr/>
        </p:nvCxnSpPr>
        <p:spPr>
          <a:xfrm>
            <a:off x="10643605" y="2825496"/>
            <a:ext cx="0" cy="2606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F3FCC82-20B1-0F4B-108B-FB7FCC341E2B}"/>
              </a:ext>
            </a:extLst>
          </p:cNvPr>
          <p:cNvCxnSpPr/>
          <p:nvPr/>
        </p:nvCxnSpPr>
        <p:spPr>
          <a:xfrm flipH="1">
            <a:off x="10241280" y="3337560"/>
            <a:ext cx="402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07F35B5-19B3-D11C-C779-BB641ACE431F}"/>
              </a:ext>
            </a:extLst>
          </p:cNvPr>
          <p:cNvCxnSpPr/>
          <p:nvPr/>
        </p:nvCxnSpPr>
        <p:spPr>
          <a:xfrm flipH="1">
            <a:off x="10241280" y="4105656"/>
            <a:ext cx="402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7CD6202-2D65-88A6-FB6F-0446DFB67CBD}"/>
              </a:ext>
            </a:extLst>
          </p:cNvPr>
          <p:cNvCxnSpPr/>
          <p:nvPr/>
        </p:nvCxnSpPr>
        <p:spPr>
          <a:xfrm flipH="1">
            <a:off x="10241280" y="4901178"/>
            <a:ext cx="402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919F98D-BA90-05D9-3CDB-E1DE2EF8A4C0}"/>
              </a:ext>
            </a:extLst>
          </p:cNvPr>
          <p:cNvCxnSpPr/>
          <p:nvPr/>
        </p:nvCxnSpPr>
        <p:spPr>
          <a:xfrm flipH="1">
            <a:off x="10241280" y="5431536"/>
            <a:ext cx="4023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39015A13-FD5B-E816-1522-A7354CE62A9B}"/>
              </a:ext>
            </a:extLst>
          </p:cNvPr>
          <p:cNvSpPr/>
          <p:nvPr/>
        </p:nvSpPr>
        <p:spPr>
          <a:xfrm>
            <a:off x="9015994" y="3200401"/>
            <a:ext cx="1225285" cy="5303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36A219-5664-650B-DE46-AA054D5683E6}"/>
              </a:ext>
            </a:extLst>
          </p:cNvPr>
          <p:cNvSpPr/>
          <p:nvPr/>
        </p:nvSpPr>
        <p:spPr>
          <a:xfrm>
            <a:off x="9006840" y="3950208"/>
            <a:ext cx="1234423" cy="5120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C7553570-E066-52A3-DF91-F47D38931613}"/>
              </a:ext>
            </a:extLst>
          </p:cNvPr>
          <p:cNvSpPr/>
          <p:nvPr/>
        </p:nvSpPr>
        <p:spPr>
          <a:xfrm>
            <a:off x="9006840" y="4715337"/>
            <a:ext cx="1234422" cy="5120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5116377-9419-5F68-B946-85891017B235}"/>
              </a:ext>
            </a:extLst>
          </p:cNvPr>
          <p:cNvSpPr/>
          <p:nvPr/>
        </p:nvSpPr>
        <p:spPr>
          <a:xfrm>
            <a:off x="9006840" y="5367528"/>
            <a:ext cx="1234411" cy="655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F182A62-4895-3442-321D-911965967F49}"/>
              </a:ext>
            </a:extLst>
          </p:cNvPr>
          <p:cNvSpPr txBox="1"/>
          <p:nvPr/>
        </p:nvSpPr>
        <p:spPr>
          <a:xfrm>
            <a:off x="1508759" y="2651760"/>
            <a:ext cx="133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Acquisition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C97A089-F126-4D9F-B357-FD2286238753}"/>
              </a:ext>
            </a:extLst>
          </p:cNvPr>
          <p:cNvSpPr txBox="1"/>
          <p:nvPr/>
        </p:nvSpPr>
        <p:spPr>
          <a:xfrm>
            <a:off x="1508744" y="3474720"/>
            <a:ext cx="15636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Landing page visit rate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F64F9A-6EFD-0EB5-B776-4B78A780DA8D}"/>
              </a:ext>
            </a:extLst>
          </p:cNvPr>
          <p:cNvSpPr txBox="1"/>
          <p:nvPr/>
        </p:nvSpPr>
        <p:spPr>
          <a:xfrm>
            <a:off x="1545331" y="4343400"/>
            <a:ext cx="148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Traffic source quality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0866FB8-292D-F312-A576-2B68D72EDCA5}"/>
              </a:ext>
            </a:extLst>
          </p:cNvPr>
          <p:cNvSpPr txBox="1"/>
          <p:nvPr/>
        </p:nvSpPr>
        <p:spPr>
          <a:xfrm>
            <a:off x="3813048" y="2602956"/>
            <a:ext cx="117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Activation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E5F5E6-AFA4-718C-03E8-193D30124086}"/>
              </a:ext>
            </a:extLst>
          </p:cNvPr>
          <p:cNvSpPr txBox="1"/>
          <p:nvPr/>
        </p:nvSpPr>
        <p:spPr>
          <a:xfrm>
            <a:off x="3712467" y="3352764"/>
            <a:ext cx="1700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Trial start rate</a:t>
            </a:r>
          </a:p>
          <a:p>
            <a:endParaRPr lang="en-IN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04C9A8-35EC-CF54-8DC2-37EF48BE93A0}"/>
              </a:ext>
            </a:extLst>
          </p:cNvPr>
          <p:cNvSpPr txBox="1"/>
          <p:nvPr/>
        </p:nvSpPr>
        <p:spPr>
          <a:xfrm>
            <a:off x="3877029" y="4389121"/>
            <a:ext cx="1536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Onboarding completion rate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6EBD17-F54E-9B54-2D6E-CFAC6509B00A}"/>
              </a:ext>
            </a:extLst>
          </p:cNvPr>
          <p:cNvSpPr txBox="1"/>
          <p:nvPr/>
        </p:nvSpPr>
        <p:spPr>
          <a:xfrm>
            <a:off x="6611112" y="2496312"/>
            <a:ext cx="121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75B3219-F6F3-311F-5E7D-FAA94FE9B3E7}"/>
              </a:ext>
            </a:extLst>
          </p:cNvPr>
          <p:cNvSpPr txBox="1"/>
          <p:nvPr/>
        </p:nvSpPr>
        <p:spPr>
          <a:xfrm>
            <a:off x="6598900" y="3337560"/>
            <a:ext cx="1502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per user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CA7783-2BEF-B54A-93EF-08B53B5F66E8}"/>
              </a:ext>
            </a:extLst>
          </p:cNvPr>
          <p:cNvSpPr txBox="1"/>
          <p:nvPr/>
        </p:nvSpPr>
        <p:spPr>
          <a:xfrm>
            <a:off x="6611084" y="4462266"/>
            <a:ext cx="14904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Revenue per converted user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DE0E42-F8A1-29B3-10B8-73BBBEE28030}"/>
              </a:ext>
            </a:extLst>
          </p:cNvPr>
          <p:cNvSpPr txBox="1"/>
          <p:nvPr/>
        </p:nvSpPr>
        <p:spPr>
          <a:xfrm>
            <a:off x="9134856" y="2496312"/>
            <a:ext cx="130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Guardrails</a:t>
            </a:r>
          </a:p>
          <a:p>
            <a:endParaRPr lang="en-IN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F47391D-7FD2-84C9-6FD6-2E04E7364660}"/>
              </a:ext>
            </a:extLst>
          </p:cNvPr>
          <p:cNvSpPr txBox="1"/>
          <p:nvPr/>
        </p:nvSpPr>
        <p:spPr>
          <a:xfrm>
            <a:off x="9015967" y="3200394"/>
            <a:ext cx="122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Refund Rate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93808F8-51CD-4DEE-1C9E-19EF603BC792}"/>
              </a:ext>
            </a:extLst>
          </p:cNvPr>
          <p:cNvSpPr txBox="1"/>
          <p:nvPr/>
        </p:nvSpPr>
        <p:spPr>
          <a:xfrm>
            <a:off x="9006811" y="3950208"/>
            <a:ext cx="124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Support Ticket Rate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2AEFB7-7E4C-6EF0-A235-069CEDA740C8}"/>
              </a:ext>
            </a:extLst>
          </p:cNvPr>
          <p:cNvSpPr txBox="1"/>
          <p:nvPr/>
        </p:nvSpPr>
        <p:spPr>
          <a:xfrm>
            <a:off x="9015951" y="4697040"/>
            <a:ext cx="1511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Engagement Score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FF4227-C212-DA95-A11C-4D9C0058C0B2}"/>
              </a:ext>
            </a:extLst>
          </p:cNvPr>
          <p:cNvSpPr txBox="1"/>
          <p:nvPr/>
        </p:nvSpPr>
        <p:spPr>
          <a:xfrm>
            <a:off x="9015951" y="5343372"/>
            <a:ext cx="111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Days To Convert</a:t>
            </a:r>
          </a:p>
        </p:txBody>
      </p:sp>
    </p:spTree>
    <p:extLst>
      <p:ext uri="{BB962C8B-B14F-4D97-AF65-F5344CB8AC3E}">
        <p14:creationId xmlns:p14="http://schemas.microsoft.com/office/powerpoint/2010/main" val="2412967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38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KPI-TREE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Phanindra N.V.N</dc:creator>
  <cp:lastModifiedBy>Phanindra N.V.N</cp:lastModifiedBy>
  <cp:revision>1</cp:revision>
  <dcterms:created xsi:type="dcterms:W3CDTF">2026-06-24T09:29:46Z</dcterms:created>
  <dcterms:modified xsi:type="dcterms:W3CDTF">2026-06-24T09:47:41Z</dcterms:modified>
</cp:coreProperties>
</file>